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DD4BF"/>
                </a:solidFill>
                <a:latin typeface="Arial"/>
              </a:defRPr>
            </a:pPr>
            <a:r>
              <a:t>RICO CAMERA CAPTURE &amp; STOPPAGE ANALYZER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AI-Powered Industrial Stoppage Recorder and Voice Log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b="1" sz="1400">
                <a:solidFill>
                  <a:srgbClr val="2DD4BF"/>
                </a:solidFill>
                <a:latin typeface="Arial"/>
              </a:rPr>
              <a:t>•   Project Goal: </a:t>
            </a:r>
            <a:r>
              <a:rPr sz="1400">
                <a:solidFill>
                  <a:srgbClr val="F1F5F9"/>
                </a:solidFill>
                <a:latin typeface="Arial"/>
              </a:rPr>
              <a:t>Automate machine stoppage logging and capture operator voice commentary using low-latency video streaming, PLC monitoring, and AI voice transcription.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2DD4BF"/>
                </a:solidFill>
                <a:latin typeface="Arial"/>
              </a:rPr>
              <a:t>•   Target Environment: </a:t>
            </a:r>
            <a:r>
              <a:rPr sz="1400">
                <a:solidFill>
                  <a:srgbClr val="F1F5F9"/>
                </a:solidFill>
                <a:latin typeface="Arial"/>
              </a:rPr>
              <a:t>Shop floor / Industrial manufacturing cells.</a:t>
            </a: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2DD4BF"/>
                </a:solidFill>
                <a:latin typeface="Arial"/>
              </a:rPr>
              <a:t>•   Audience: </a:t>
            </a:r>
            <a:r>
              <a:rPr sz="1400">
                <a:solidFill>
                  <a:srgbClr val="F1F5F9"/>
                </a:solidFill>
                <a:latin typeface="Arial"/>
              </a:rPr>
              <a:t>Senior Leadership Team &amp; Operational Managers.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The Problem Statement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  <a:latin typeface="Arial"/>
              </a:defRPr>
            </a:pPr>
            <a:r>
              <a:t>Current Challenges in Stoppage Tracking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Manual logging is inefficient and leads to information gaps, preventing continuous improvement teams from identifying the root cause of frequent machine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Manual Logging Errors
</a:t>
            </a:r>
            <a:r>
              <a:rPr sz="1300">
                <a:solidFill>
                  <a:srgbClr val="F1F5F9"/>
                </a:solidFill>
              </a:rPr>
              <a:t>    Operators often fail to log short stoppages or record inaccurate timestamps due to busy production schedules.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Lack of Visual Proof
</a:t>
            </a:r>
            <a:r>
              <a:rPr sz="1300">
                <a:solidFill>
                  <a:srgbClr val="F1F5F9"/>
                </a:solidFill>
              </a:rPr>
              <a:t>    Supervisors have no way to visually verify what caused a minor stoppage or breakdown after it has occurred.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High Volume of Minor Events
</a:t>
            </a:r>
            <a:r>
              <a:rPr sz="1300">
                <a:solidFill>
                  <a:srgbClr val="F1F5F9"/>
                </a:solidFill>
              </a:rPr>
              <a:t>    Frequent short stoppages (&lt; 2 minutes) are rarely logged, hiding significant cumulative productivity loss.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Analysis Hurdles
</a:t>
            </a:r>
            <a:r>
              <a:rPr sz="1300">
                <a:solidFill>
                  <a:srgbClr val="F1F5F9"/>
                </a:solidFill>
              </a:rPr>
              <a:t>    Typing on factory panels is slow. Operators write generic descriptions (e.g. 'stopped'), omitting critical root causes.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The Solution: Automated Camera &amp; Sensor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Visual &amp; Voice-Driven Recording Pipeline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By replacing manual inputs with automatic recording and voice transcription, the shop floor gets a foolproof audit log with zero overhead for the operator.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PLC Trigger Sensor Connection
</a:t>
            </a:r>
            <a:r>
              <a:rPr sz="1300">
                <a:solidFill>
                  <a:srgbClr val="F1F5F9"/>
                </a:solidFill>
              </a:rPr>
              <a:t>    The machine's PLC triggers video recording automatically during stoppage events (e.g. when safety gate is opened).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Asynchronous Zero-Transcoding Video
</a:t>
            </a:r>
            <a:r>
              <a:rPr sz="1300">
                <a:solidFill>
                  <a:srgbClr val="F1F5F9"/>
                </a:solidFill>
              </a:rPr>
              <a:t>    Low-overhead recording stores direct feeds from RTSP cameras to disk instantly, using &lt; 2% CPU.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Microphone Voice Logs
</a:t>
            </a:r>
            <a:r>
              <a:rPr sz="1300">
                <a:solidFill>
                  <a:srgbClr val="F1F5F9"/>
                </a:solidFill>
              </a:rPr>
              <a:t>    Instead of typing on keyboards, operators record a quick voice explanation right from the console.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AI Whisper Translation &amp; Transcription
</a:t>
            </a:r>
            <a:r>
              <a:rPr sz="1300">
                <a:solidFill>
                  <a:srgbClr val="F1F5F9"/>
                </a:solidFill>
              </a:rPr>
              <a:t>    An integrated Whisper model converts spoken commentary to text and saves it into the SQLite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Key Features &amp;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Modern Closed-Loop Dashboard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The application features an interactive, unified control center for machine operator capture, supervisors, and administrative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Real-time Live Stream &amp; Telemetry Overlay
</a:t>
            </a:r>
            <a:r>
              <a:rPr sz="1300">
                <a:solidFill>
                  <a:srgbClr val="F1F5F9"/>
                </a:solidFill>
              </a:rPr>
              <a:t>    Operators can monitor the live camera feed with an overlaid machine state bar (LIVE, OFFLINE, RUNNING, RECORDING).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Interactive Event Report Library
</a:t>
            </a:r>
            <a:r>
              <a:rPr sz="1300">
                <a:solidFill>
                  <a:srgbClr val="F1F5F9"/>
                </a:solidFill>
              </a:rPr>
              <a:t>    Chronological list of all stoppages, showing duration, file sizes, breakdown type, and action buttons.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Voice Recording Dialog &amp; Playback
</a:t>
            </a:r>
            <a:r>
              <a:rPr sz="1300">
                <a:solidFill>
                  <a:srgbClr val="F1F5F9"/>
                </a:solidFill>
              </a:rPr>
              <a:t>    Voice overlay popup allows recording comments directly over recorded stoppage footage.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Excel &amp; CSV Export with Video Links
</a:t>
            </a:r>
            <a:r>
              <a:rPr sz="1300">
                <a:solidFill>
                  <a:srgbClr val="F1F5F9"/>
                </a:solidFill>
              </a:rPr>
              <a:t>    Generate analytical summaries in standard Excel spreadsheets containing direct hyperlinks to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Robust Multi-Threaded Architecture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The system decouples network and hardware operations into distinct asynchronous workers to prevent blocking and lag.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Mitsubishi PLC Connection (SLMP/TCP)
</a:t>
            </a:r>
            <a:r>
              <a:rPr sz="1300">
                <a:solidFill>
                  <a:srgbClr val="F1F5F9"/>
                </a:solidFill>
              </a:rPr>
              <a:t>    Connects via Single-cell Link Message Protocol over Ethernet to monitor machine coil states in real time.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RTSP Live Stream Cache &amp; Multiplexer
</a:t>
            </a:r>
            <a:r>
              <a:rPr sz="1300">
                <a:solidFill>
                  <a:srgbClr val="F1F5F9"/>
                </a:solidFill>
              </a:rPr>
              <a:t>    Python thread caches the RTSP feed to memory. Serving local users without overload on the camera.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SQLite with WAL (Write-Ahead Logging)
</a:t>
            </a:r>
            <a:r>
              <a:rPr sz="1300">
                <a:solidFill>
                  <a:srgbClr val="F1F5F9"/>
                </a:solidFill>
              </a:rPr>
              <a:t>    Database writes are fast, non-blocking, and concurrent. Prevents table locks during heavy recording events.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Asynchronous AI Whisper Pipeline
</a:t>
            </a:r>
            <a:r>
              <a:rPr sz="1300">
                <a:solidFill>
                  <a:srgbClr val="F1F5F9"/>
                </a:solidFill>
              </a:rPr>
              <a:t>    Audio extraction, VAD noise isolation, and transcription run inside a separate background thread.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Why This is the Best Technical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Highly Optimized &amp; Stable Design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Engineered specifically for the harsh conditions of factory environments where network loss and power outages are common.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Microscopic RAM Usage (~73 MB)
</a:t>
            </a:r>
            <a:r>
              <a:rPr sz="1300">
                <a:solidFill>
                  <a:srgbClr val="F1F5F9"/>
                </a:solidFill>
              </a:rPr>
              <a:t>    Extremely lightweight footprint. Runs smoothly on simple industrial PCs alongside other processes.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Camera Session Caching
</a:t>
            </a:r>
            <a:r>
              <a:rPr sz="1300">
                <a:solidFill>
                  <a:srgbClr val="F1F5F9"/>
                </a:solidFill>
              </a:rPr>
              <a:t>    Protects IP camera from hardware failure by ensuring only one RTSP stream is pulled globally.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Silero VAD Speech Filtering
</a:t>
            </a:r>
            <a:r>
              <a:rPr sz="1300">
                <a:solidFill>
                  <a:srgbClr val="F1F5F9"/>
                </a:solidFill>
              </a:rPr>
              <a:t>    VAD isolates voice frequencies, ignoring loud machine clangs, hums, and general warehouse noise.</a:t>
            </a:r>
          </a:p>
          <a:p>
            <a:pPr>
              <a:spcBef>
                <a:spcPts val="1200"/>
              </a:spcBef>
            </a:pPr>
            <a:r>
              <a:rPr b="1" sz="1500">
                <a:solidFill>
                  <a:srgbClr val="2DD4BF"/>
                </a:solidFill>
              </a:rPr>
              <a:t>•   Automatic Startup Self-Repair
</a:t>
            </a:r>
            <a:r>
              <a:rPr sz="1300">
                <a:solidFill>
                  <a:srgbClr val="F1F5F9"/>
                </a:solidFill>
              </a:rPr>
              <a:t>    Automatically closes and updates ghost 'running' logs left open by sudden power losses.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RICO CAMERA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D4BF"/>
                </a:solidFill>
                <a:latin typeface="Arial"/>
              </a:defRPr>
            </a:pPr>
            <a:r>
              <a:t>Future Roadmap &amp; Expansion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Scaling the Smart Factory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Our software architecture is built modularly, making it easy to scale across multiple machines, lines, and advanced AI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645920"/>
            <a:ext cx="6217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</a:pPr>
            <a:r>
              <a:rPr b="1" sz="1600">
                <a:solidFill>
                  <a:srgbClr val="2DD4BF"/>
                </a:solidFill>
              </a:rPr>
              <a:t>•   Multi-Machine / Multi-Camera Scale
</a:t>
            </a:r>
            <a:r>
              <a:rPr sz="1400">
                <a:solidFill>
                  <a:srgbClr val="F1F5F9"/>
                </a:solidFill>
              </a:rPr>
              <a:t>    Monitor multiple production cells from a single industrial backend server via centralized WebSockets.</a:t>
            </a:r>
          </a:p>
          <a:p>
            <a:pPr>
              <a:spcBef>
                <a:spcPts val="1500"/>
              </a:spcBef>
            </a:pPr>
            <a:r>
              <a:rPr b="1" sz="1600">
                <a:solidFill>
                  <a:srgbClr val="2DD4BF"/>
                </a:solidFill>
              </a:rPr>
              <a:t>•   Predictive Failure Analysis
</a:t>
            </a:r>
            <a:r>
              <a:rPr sz="1400">
                <a:solidFill>
                  <a:srgbClr val="F1F5F9"/>
                </a:solidFill>
              </a:rPr>
              <a:t>    Analyze operator voice logs to predict tool wear, motor breakdowns, or common component failure points.</a:t>
            </a:r>
          </a:p>
          <a:p>
            <a:pPr>
              <a:spcBef>
                <a:spcPts val="1500"/>
              </a:spcBef>
            </a:pPr>
            <a:r>
              <a:rPr b="1" sz="1600">
                <a:solidFill>
                  <a:srgbClr val="2DD4BF"/>
                </a:solidFill>
              </a:rPr>
              <a:t>•   Natural Language Chat Queries (LLM)
</a:t>
            </a:r>
            <a:r>
              <a:rPr sz="1400">
                <a:solidFill>
                  <a:srgbClr val="F1F5F9"/>
                </a:solidFill>
              </a:rPr>
              <a:t>    Implement a localized LLM search bar for managers to ask questions like: 'How many breakdowns were caused by tooling this week?'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